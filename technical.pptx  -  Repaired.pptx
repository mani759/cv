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62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9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748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9F8D0-9C41-A59F-A976-9C0B5281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D1A43-6213-A9FF-065D-22EF872955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F9729-F9AC-BCF8-21FD-0786C50E6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7C640-B28A-A9F3-8E45-F2226566C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29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SIMATS ENGINEERING —BIOTECHNOLOGY">
            <a:extLst>
              <a:ext uri="{FF2B5EF4-FFF2-40B4-BE49-F238E27FC236}">
                <a16:creationId xmlns:a16="http://schemas.microsoft.com/office/drawing/2014/main" id="{EBB794B4-8F64-A737-C2B5-70C223BD1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6" y="95378"/>
            <a:ext cx="11810357" cy="11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A5EB6F7-0288-EC49-7119-E4B4E8B35B10}"/>
              </a:ext>
            </a:extLst>
          </p:cNvPr>
          <p:cNvSpPr txBox="1"/>
          <p:nvPr/>
        </p:nvSpPr>
        <p:spPr>
          <a:xfrm>
            <a:off x="849087" y="2036552"/>
            <a:ext cx="12148456" cy="64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 Issues in</a:t>
            </a:r>
            <a:r>
              <a:rPr lang="en-US" sz="3600" dirty="0"/>
              <a:t>  </a:t>
            </a:r>
            <a:r>
              <a:rPr lang="en-US" sz="3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Multi-Camera Systems</a:t>
            </a:r>
            <a:endParaRPr lang="en-US" sz="3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866524-D80B-62FF-6100-C861D472E4F5}"/>
              </a:ext>
            </a:extLst>
          </p:cNvPr>
          <p:cNvSpPr txBox="1"/>
          <p:nvPr/>
        </p:nvSpPr>
        <p:spPr>
          <a:xfrm>
            <a:off x="627484" y="4392486"/>
            <a:ext cx="64987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Dr  Christy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9F8752-D141-C9EC-F798-D9DD8A337DEF}"/>
              </a:ext>
            </a:extLst>
          </p:cNvPr>
          <p:cNvSpPr txBox="1"/>
          <p:nvPr/>
        </p:nvSpPr>
        <p:spPr>
          <a:xfrm>
            <a:off x="627484" y="3076307"/>
            <a:ext cx="106742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ITA0517-COMPUTER VISION</a:t>
            </a:r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B865E6-992D-5EB1-4DB1-3F3A5F196104}"/>
              </a:ext>
            </a:extLst>
          </p:cNvPr>
          <p:cNvSpPr txBox="1"/>
          <p:nvPr/>
        </p:nvSpPr>
        <p:spPr>
          <a:xfrm>
            <a:off x="7126254" y="4180094"/>
            <a:ext cx="64987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PRESENTED BY:</a:t>
            </a:r>
          </a:p>
          <a:p>
            <a:endParaRPr lang="en-IN" sz="2400" b="1" dirty="0">
              <a:latin typeface="Times New Roman"/>
              <a:cs typeface="Times New Roman"/>
            </a:endParaRPr>
          </a:p>
          <a:p>
            <a:r>
              <a:rPr lang="en-IN" sz="2400" dirty="0" err="1">
                <a:latin typeface="Times New Roman"/>
                <a:cs typeface="Times New Roman"/>
              </a:rPr>
              <a:t>G.Naga</a:t>
            </a:r>
            <a:r>
              <a:rPr lang="en-IN" sz="2400" dirty="0">
                <a:latin typeface="Times New Roman"/>
                <a:cs typeface="Times New Roman"/>
              </a:rPr>
              <a:t> </a:t>
            </a:r>
            <a:r>
              <a:rPr lang="en-IN" sz="2400" dirty="0" err="1">
                <a:latin typeface="Times New Roman"/>
                <a:cs typeface="Times New Roman"/>
              </a:rPr>
              <a:t>Manikanta</a:t>
            </a:r>
            <a:r>
              <a:rPr lang="en-IN" sz="2400" dirty="0">
                <a:latin typeface="Times New Roman"/>
                <a:cs typeface="Times New Roman"/>
              </a:rPr>
              <a:t>(192425310)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63E8D8-A417-B600-03C0-A67FD3586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0FDF36-DBB3-14FD-1447-0C5A5B3F84DB}"/>
              </a:ext>
            </a:extLst>
          </p:cNvPr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Multi-Camera System?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09356A-55B9-5966-D600-6A36038C903E}"/>
              </a:ext>
            </a:extLst>
          </p:cNvPr>
          <p:cNvSpPr/>
          <p:nvPr/>
        </p:nvSpPr>
        <p:spPr>
          <a:xfrm>
            <a:off x="548640" y="1417320"/>
            <a:ext cx="4114800" cy="4709160"/>
          </a:xfrm>
          <a:prstGeom prst="roundRect">
            <a:avLst>
              <a:gd name="adj" fmla="val 2222"/>
            </a:avLst>
          </a:prstGeom>
          <a:solidFill>
            <a:srgbClr val="EAF2FB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7199AFC-4DB5-3B95-DC20-C5EDA091EAD4}"/>
              </a:ext>
            </a:extLst>
          </p:cNvPr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sync_pptx/icons/definition.png">
            <a:extLst>
              <a:ext uri="{FF2B5EF4-FFF2-40B4-BE49-F238E27FC236}">
                <a16:creationId xmlns:a16="http://schemas.microsoft.com/office/drawing/2014/main" id="{DAACACDC-1763-7121-3E3A-6E83C7B67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929384"/>
            <a:ext cx="393192" cy="39319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C9C64AD1-5F4E-33DC-08A6-A3FDCD596690}"/>
              </a:ext>
            </a:extLst>
          </p:cNvPr>
          <p:cNvSpPr/>
          <p:nvPr/>
        </p:nvSpPr>
        <p:spPr>
          <a:xfrm>
            <a:off x="1691640" y="18105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</a:t>
            </a:r>
            <a:endParaRPr lang="en-US" sz="17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DB3B4AC-2C90-454D-1CCC-11FA28B6C186}"/>
              </a:ext>
            </a:extLst>
          </p:cNvPr>
          <p:cNvSpPr/>
          <p:nvPr/>
        </p:nvSpPr>
        <p:spPr>
          <a:xfrm>
            <a:off x="868680" y="26060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setup where two or more cameras record the same scene at the same time, from different angles or positions, to build a complete view of an event.</a:t>
            </a:r>
            <a:endParaRPr lang="en-US" sz="13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83E3DA0-96D0-BD26-1C3A-F334AE1B5C33}"/>
              </a:ext>
            </a:extLst>
          </p:cNvPr>
          <p:cNvSpPr/>
          <p:nvPr/>
        </p:nvSpPr>
        <p:spPr>
          <a:xfrm>
            <a:off x="868680" y="4343400"/>
            <a:ext cx="3474720" cy="0"/>
          </a:xfrm>
          <a:prstGeom prst="line">
            <a:avLst/>
          </a:prstGeom>
          <a:noFill/>
          <a:ln w="12700">
            <a:solidFill>
              <a:srgbClr val="CBD8E8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4FE234B-6994-2A94-A670-F0A5BB804558}"/>
              </a:ext>
            </a:extLst>
          </p:cNvPr>
          <p:cNvSpPr/>
          <p:nvPr/>
        </p:nvSpPr>
        <p:spPr>
          <a:xfrm>
            <a:off x="868680" y="4572000"/>
            <a:ext cx="548640" cy="54864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10" name="Image 1" descr="/home/claude/sync_pptx/icons/important.png">
            <a:extLst>
              <a:ext uri="{FF2B5EF4-FFF2-40B4-BE49-F238E27FC236}">
                <a16:creationId xmlns:a16="http://schemas.microsoft.com/office/drawing/2014/main" id="{A61B8BFC-4FA2-C228-93F0-EC4B47868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690872"/>
            <a:ext cx="310896" cy="310896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E6AECF94-0B26-D492-90CD-9887848C5AF5}"/>
              </a:ext>
            </a:extLst>
          </p:cNvPr>
          <p:cNvSpPr/>
          <p:nvPr/>
        </p:nvSpPr>
        <p:spPr>
          <a:xfrm>
            <a:off x="1554480" y="4572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sync matters</a:t>
            </a:r>
            <a:endParaRPr lang="en-US" sz="14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ACE55B3-D75A-0775-31A4-07020FA945F7}"/>
              </a:ext>
            </a:extLst>
          </p:cNvPr>
          <p:cNvSpPr/>
          <p:nvPr/>
        </p:nvSpPr>
        <p:spPr>
          <a:xfrm>
            <a:off x="868680" y="50292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must line up in time — otherwise data from different cameras cannot be combined correctly.</a:t>
            </a:r>
            <a:endParaRPr lang="en-US" sz="12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68E62B8-4029-5B67-3E2A-A38C3D44ADDF}"/>
              </a:ext>
            </a:extLst>
          </p:cNvPr>
          <p:cNvSpPr/>
          <p:nvPr/>
        </p:nvSpPr>
        <p:spPr>
          <a:xfrm>
            <a:off x="5029200" y="1417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Applications</a:t>
            </a:r>
            <a:endParaRPr lang="en-US" sz="16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27B033CA-B5C6-795F-D86F-D28BAB95503C}"/>
              </a:ext>
            </a:extLst>
          </p:cNvPr>
          <p:cNvSpPr/>
          <p:nvPr/>
        </p:nvSpPr>
        <p:spPr>
          <a:xfrm>
            <a:off x="5029200" y="196596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EAF2FB"/>
          </a:solidFill>
          <a:ln/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63061385-A5A9-6D79-C196-1B24ED19304B}"/>
              </a:ext>
            </a:extLst>
          </p:cNvPr>
          <p:cNvSpPr/>
          <p:nvPr/>
        </p:nvSpPr>
        <p:spPr>
          <a:xfrm>
            <a:off x="5257800" y="2194560"/>
            <a:ext cx="548640" cy="54864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16" name="Image 2" descr="/home/claude/sync_pptx/icons/surveillance.png">
            <a:extLst>
              <a:ext uri="{FF2B5EF4-FFF2-40B4-BE49-F238E27FC236}">
                <a16:creationId xmlns:a16="http://schemas.microsoft.com/office/drawing/2014/main" id="{00C99608-386C-F412-4B30-7F7D386D0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2313432"/>
            <a:ext cx="310896" cy="310896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118A6D40-7326-A1ED-F1F2-F9EE4A70CE96}"/>
              </a:ext>
            </a:extLst>
          </p:cNvPr>
          <p:cNvSpPr/>
          <p:nvPr/>
        </p:nvSpPr>
        <p:spPr>
          <a:xfrm>
            <a:off x="5257800" y="28346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3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D2F68D8F-FD05-875A-C368-ED3EA27AACCA}"/>
              </a:ext>
            </a:extLst>
          </p:cNvPr>
          <p:cNvSpPr/>
          <p:nvPr/>
        </p:nvSpPr>
        <p:spPr>
          <a:xfrm>
            <a:off x="5257800" y="3108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Multi-angle monitoring for security</a:t>
            </a:r>
            <a:endParaRPr lang="en-US" sz="105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096DB070-E301-7D5B-F896-88F36EAF8081}"/>
              </a:ext>
            </a:extLst>
          </p:cNvPr>
          <p:cNvSpPr/>
          <p:nvPr/>
        </p:nvSpPr>
        <p:spPr>
          <a:xfrm>
            <a:off x="8686800" y="196596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EAF2FB"/>
          </a:solidFill>
          <a:ln/>
        </p:spPr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4DEEA0E6-FAF4-BC77-4680-AF1977CF9FAE}"/>
              </a:ext>
            </a:extLst>
          </p:cNvPr>
          <p:cNvSpPr/>
          <p:nvPr/>
        </p:nvSpPr>
        <p:spPr>
          <a:xfrm>
            <a:off x="8915400" y="2194560"/>
            <a:ext cx="548640" cy="54864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21" name="Image 3" descr="/home/claude/sync_pptx/icons/autonomous.png">
            <a:extLst>
              <a:ext uri="{FF2B5EF4-FFF2-40B4-BE49-F238E27FC236}">
                <a16:creationId xmlns:a16="http://schemas.microsoft.com/office/drawing/2014/main" id="{0AF93CFA-0811-F26F-4772-FF0DFD9380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4272" y="2313432"/>
            <a:ext cx="310896" cy="310896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45EA0970-51C6-3ACF-092B-707F86C70526}"/>
              </a:ext>
            </a:extLst>
          </p:cNvPr>
          <p:cNvSpPr/>
          <p:nvPr/>
        </p:nvSpPr>
        <p:spPr>
          <a:xfrm>
            <a:off x="8915400" y="283464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3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18BD6835-6629-6839-B02D-C742A2F39FFB}"/>
              </a:ext>
            </a:extLst>
          </p:cNvPr>
          <p:cNvSpPr/>
          <p:nvPr/>
        </p:nvSpPr>
        <p:spPr>
          <a:xfrm>
            <a:off x="8915400" y="3108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views to sense surroundings</a:t>
            </a:r>
            <a:endParaRPr lang="en-US" sz="105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2862AFC4-240A-5CF4-F38F-D9B5B9B12753}"/>
              </a:ext>
            </a:extLst>
          </p:cNvPr>
          <p:cNvSpPr/>
          <p:nvPr/>
        </p:nvSpPr>
        <p:spPr>
          <a:xfrm>
            <a:off x="5029200" y="370332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EAF2FB"/>
          </a:solidFill>
          <a:ln/>
        </p:spPr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415D86A9-73AE-1183-F42B-357A768ADE97}"/>
              </a:ext>
            </a:extLst>
          </p:cNvPr>
          <p:cNvSpPr/>
          <p:nvPr/>
        </p:nvSpPr>
        <p:spPr>
          <a:xfrm>
            <a:off x="5257800" y="3931920"/>
            <a:ext cx="548640" cy="54864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26" name="Image 4" descr="/home/claude/sync_pptx/icons/sports.png">
            <a:extLst>
              <a:ext uri="{FF2B5EF4-FFF2-40B4-BE49-F238E27FC236}">
                <a16:creationId xmlns:a16="http://schemas.microsoft.com/office/drawing/2014/main" id="{96AAF5EE-4A49-F68E-D437-1F8A2C8C23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672" y="4050792"/>
            <a:ext cx="310896" cy="310896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89BB0EDE-077E-4C13-FACB-917924196E9B}"/>
              </a:ext>
            </a:extLst>
          </p:cNvPr>
          <p:cNvSpPr/>
          <p:nvPr/>
        </p:nvSpPr>
        <p:spPr>
          <a:xfrm>
            <a:off x="5257800" y="45720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Broadcasting</a:t>
            </a:r>
            <a:endParaRPr lang="en-US" sz="13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627103EA-7468-2C39-E278-5B4F66E255B7}"/>
              </a:ext>
            </a:extLst>
          </p:cNvPr>
          <p:cNvSpPr/>
          <p:nvPr/>
        </p:nvSpPr>
        <p:spPr>
          <a:xfrm>
            <a:off x="5257800" y="48463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Multi-angle replays and highlights</a:t>
            </a:r>
            <a:endParaRPr lang="en-US" sz="105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5846A99D-C886-A239-96F0-4052D7DD0B54}"/>
              </a:ext>
            </a:extLst>
          </p:cNvPr>
          <p:cNvSpPr/>
          <p:nvPr/>
        </p:nvSpPr>
        <p:spPr>
          <a:xfrm>
            <a:off x="8686800" y="3703320"/>
            <a:ext cx="3017520" cy="1508760"/>
          </a:xfrm>
          <a:prstGeom prst="roundRect">
            <a:avLst>
              <a:gd name="adj" fmla="val 4848"/>
            </a:avLst>
          </a:prstGeom>
          <a:solidFill>
            <a:srgbClr val="EAF2FB"/>
          </a:solidFill>
          <a:ln/>
        </p:spPr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2B303902-3F24-87BF-9B20-BEF563E0287C}"/>
              </a:ext>
            </a:extLst>
          </p:cNvPr>
          <p:cNvSpPr/>
          <p:nvPr/>
        </p:nvSpPr>
        <p:spPr>
          <a:xfrm>
            <a:off x="8915400" y="3931920"/>
            <a:ext cx="548640" cy="54864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31" name="Image 5" descr="/home/claude/sync_pptx/icons/reconstruction.png">
            <a:extLst>
              <a:ext uri="{FF2B5EF4-FFF2-40B4-BE49-F238E27FC236}">
                <a16:creationId xmlns:a16="http://schemas.microsoft.com/office/drawing/2014/main" id="{1DED878E-A28F-484D-C723-7064FE2BEC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4272" y="4050792"/>
            <a:ext cx="310896" cy="310896"/>
          </a:xfrm>
          <a:prstGeom prst="rect">
            <a:avLst/>
          </a:prstGeom>
        </p:spPr>
      </p:pic>
      <p:sp>
        <p:nvSpPr>
          <p:cNvPr id="32" name="Text 24">
            <a:extLst>
              <a:ext uri="{FF2B5EF4-FFF2-40B4-BE49-F238E27FC236}">
                <a16:creationId xmlns:a16="http://schemas.microsoft.com/office/drawing/2014/main" id="{9A21E85E-77ED-B8B0-F701-4F0AE22CFC0C}"/>
              </a:ext>
            </a:extLst>
          </p:cNvPr>
          <p:cNvSpPr/>
          <p:nvPr/>
        </p:nvSpPr>
        <p:spPr>
          <a:xfrm>
            <a:off x="8915400" y="45720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Reconstruction</a:t>
            </a:r>
            <a:endParaRPr lang="en-US" sz="1300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950C816D-4DCD-CB27-D2AF-67849FE2BB7F}"/>
              </a:ext>
            </a:extLst>
          </p:cNvPr>
          <p:cNvSpPr/>
          <p:nvPr/>
        </p:nvSpPr>
        <p:spPr>
          <a:xfrm>
            <a:off x="8915400" y="484632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3D models from 2D views</a:t>
            </a:r>
            <a:endParaRPr lang="en-US" sz="105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13F2E288-C2AD-DA4F-872F-595787996C8A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2BC49EDD-3E9D-033E-2987-2253433B99F6}"/>
              </a:ext>
            </a:extLst>
          </p:cNvPr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SYNCHRONIZATION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30804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Synchronization Problems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causes cameras to fall out of sync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AF2F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621792" cy="621792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6" name="Image 0" descr="/home/claude/sync_pptx/icons/de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0848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Delay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990088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capture frames at slightly different moments.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A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4599432" y="1947672"/>
            <a:ext cx="621792" cy="621792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11" name="Image 1" descr="/home/claude/sync_pptx/icons/mism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08483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69748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Mismatch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99432" y="2990088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Corresponding frames do not represent the same instant.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AF2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394192" y="1947672"/>
            <a:ext cx="621792" cy="621792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16" name="Image 2" descr="/home/claude/sync_pptx/icons/framer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208483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69748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Frame Rates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94192" y="2990088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record at unequal FPS, breaking alignment.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AF2FB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187952"/>
            <a:ext cx="621792" cy="621792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21" name="Image 3" descr="/home/claude/sync_pptx/icons/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32511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3776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Latency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5230368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delays in networked camera setups.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AF2FB"/>
          </a:solidFill>
          <a:ln/>
        </p:spPr>
      </p:sp>
      <p:sp>
        <p:nvSpPr>
          <p:cNvPr id="25" name="Shape 19"/>
          <p:cNvSpPr/>
          <p:nvPr/>
        </p:nvSpPr>
        <p:spPr>
          <a:xfrm>
            <a:off x="4599432" y="4187952"/>
            <a:ext cx="621792" cy="621792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26" name="Image 4" descr="/home/claude/sync_pptx/icons/clockdr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43251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937760"/>
            <a:ext cx="30998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Drift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99432" y="5230368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clocks slowly drift apart over time.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SYNCHRONIZATION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B4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Effects of Poor Synchronization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when cameras are not aligned in 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0E2B4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13432"/>
            <a:ext cx="914400" cy="91440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7" name="Image 0" descr="/home/claude/sync_pptx/icons/gh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514600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1488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 / Ghost Images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920240" y="265176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frames create doubled or smeared visuals.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0E2B47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313432"/>
            <a:ext cx="914400" cy="91440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12" name="Image 1" descr="/home/claude/sync_pptx/icons/trac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514600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1488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Object Tracking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543800" y="265176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appear to jump or lose position across cameras.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0E2B47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553712"/>
            <a:ext cx="914400" cy="91440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17" name="Image 2" descr="/home/claude/sync_pptx/icons/reconerr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754880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20240" y="43891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in 3D Reconstruction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920240" y="489204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Misaligned frames distort depth and shape.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4023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0E2B47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4553712"/>
            <a:ext cx="914400" cy="91440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22" name="Image 3" descr="/home/claude/sync_pptx/icons/aiaccurac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4754880"/>
            <a:ext cx="512064" cy="5120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43800" y="43891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AI / CV Accuracy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543800" y="489204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models make more mistakes on mismatched data.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SYNCHRONIZATION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software techniques that restore alignment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AF2F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621792" cy="621792"/>
          </a:xfrm>
          <a:prstGeom prst="ellipse">
            <a:avLst/>
          </a:prstGeom>
          <a:solidFill>
            <a:srgbClr val="14385C"/>
          </a:solidFill>
          <a:ln/>
        </p:spPr>
      </p:sp>
      <p:pic>
        <p:nvPicPr>
          <p:cNvPr id="6" name="Image 0" descr="/home/claude/sync_pptx/icons/hwtri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0848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Trigger Sync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3026664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signal fires all camera shutters at once.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A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4599432" y="1947672"/>
            <a:ext cx="621792" cy="621792"/>
          </a:xfrm>
          <a:prstGeom prst="ellipse">
            <a:avLst/>
          </a:prstGeom>
          <a:solidFill>
            <a:srgbClr val="14385C"/>
          </a:solidFill>
          <a:ln/>
        </p:spPr>
      </p:sp>
      <p:pic>
        <p:nvPicPr>
          <p:cNvPr id="11" name="Image 1" descr="/home/claude/sync_pptx/icons/pt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08483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69748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Time Protocol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99432" y="3026664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protocol that aligns clocks to microseconds.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AF2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394192" y="1947672"/>
            <a:ext cx="621792" cy="621792"/>
          </a:xfrm>
          <a:prstGeom prst="ellipse">
            <a:avLst/>
          </a:prstGeom>
          <a:solidFill>
            <a:srgbClr val="14385C"/>
          </a:solidFill>
          <a:ln/>
        </p:spPr>
      </p:sp>
      <p:pic>
        <p:nvPicPr>
          <p:cNvPr id="16" name="Image 2" descr="/home/claude/sync_pptx/icons/gp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1352" y="208483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69748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Sync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94192" y="3026664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time signals synchronize distant cameras.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AF2FB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187952"/>
            <a:ext cx="621792" cy="621792"/>
          </a:xfrm>
          <a:prstGeom prst="ellipse">
            <a:avLst/>
          </a:prstGeom>
          <a:solidFill>
            <a:srgbClr val="14385C"/>
          </a:solidFill>
          <a:ln/>
        </p:spPr>
      </p:sp>
      <p:pic>
        <p:nvPicPr>
          <p:cNvPr id="21" name="Image 3" descr="/home/claude/sync_pptx/icons/swtimestam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32511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3776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Timestamp Alignment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04672" y="5266944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matched by timestamp after capture.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EAF2FB"/>
          </a:solidFill>
          <a:ln/>
        </p:spPr>
      </p:sp>
      <p:sp>
        <p:nvSpPr>
          <p:cNvPr id="25" name="Shape 19"/>
          <p:cNvSpPr/>
          <p:nvPr/>
        </p:nvSpPr>
        <p:spPr>
          <a:xfrm>
            <a:off x="4599432" y="4187952"/>
            <a:ext cx="621792" cy="621792"/>
          </a:xfrm>
          <a:prstGeom prst="ellipse">
            <a:avLst/>
          </a:prstGeom>
          <a:solidFill>
            <a:srgbClr val="14385C"/>
          </a:solidFill>
          <a:ln/>
        </p:spPr>
      </p:sp>
      <p:pic>
        <p:nvPicPr>
          <p:cNvPr id="26" name="Image 4" descr="/home/claude/sync_pptx/icons/calib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43251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937760"/>
            <a:ext cx="30998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Interpolation &amp; Calibration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99432" y="5266944"/>
            <a:ext cx="3099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gaps and fine-tunes timing offsets.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SYNCHRONIZATION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B47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5" name="Image 0" descr="/home/claude/sync_pptx/icons/chec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01368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459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ensures all cameras capture at the same time.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8" name="Image 1" descr="/home/claude/sync_pptx/icons/check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715768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603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improves image quality and system accuracy.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11" name="Image 2" descr="/home/claude/sync_pptx/icons/check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63016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4747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hardware and software techniques effectively solve synchronization problems.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394960" y="4892040"/>
            <a:ext cx="868680" cy="868680"/>
          </a:xfrm>
          <a:prstGeom prst="ellipse">
            <a:avLst/>
          </a:prstGeom>
          <a:solidFill>
            <a:srgbClr val="2F80ED"/>
          </a:solidFill>
          <a:ln/>
        </p:spPr>
      </p:sp>
      <p:pic>
        <p:nvPicPr>
          <p:cNvPr id="14" name="Image 3" descr="/home/claude/sync_pptx/icons/than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5074920"/>
            <a:ext cx="502920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566160" y="58064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6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B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 SYNCHRONIZATION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350</Words>
  <Application>Microsoft Office PowerPoint</Application>
  <PresentationFormat>Widescreen</PresentationFormat>
  <Paragraphs>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Mani Kanta gurram</cp:lastModifiedBy>
  <cp:revision>5</cp:revision>
  <dcterms:created xsi:type="dcterms:W3CDTF">2026-07-24T09:23:38Z</dcterms:created>
  <dcterms:modified xsi:type="dcterms:W3CDTF">2026-07-27T04:32:33Z</dcterms:modified>
</cp:coreProperties>
</file>